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ADD0-D02F-C2C0-D166-7C8C7A840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F6696-51A8-DE6D-13C8-0C24DA1FF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675EB-74DB-BFDA-199C-D42759A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61B97-2810-B549-865B-8564DF5D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3AABC-1A23-A4A4-84C0-55C3C871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06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839F-52BA-35A4-0524-4F90B5B3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4F9ED-9A39-FA55-183E-E14DD8E4E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D23A1-0B8B-F356-C744-C5CC9880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6400A-602C-DEB4-0DB3-7EFFE7B1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0C23-9140-774F-F76C-892E5291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4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69BA-24ED-CDDB-9C28-6EC51A50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EF84E-90F2-CAA7-9837-E0220933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249A4-7564-4DF0-BA74-3C7EB345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D96EA-8DFE-E447-7C60-28BF5F4DD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6003E-F6C1-7055-0787-02EEC10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2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653F-1E54-4709-1189-D49CAA29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8CE88-B47B-592E-6A3D-7E4D792AA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5AFD7-E3A1-268E-92AB-1CC23FB6B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AEE27-114D-50F3-922C-7644035AD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05789-E35E-F4AF-6116-966D27B2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1943-4FCF-40D6-2795-BBB84CCD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6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9621-9416-46B9-A28A-F5FABDC8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88F10-8C03-28D7-9CF1-CCD1863E9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3BC84-9A78-FB94-A5AA-6438604E3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B1ACB-9999-50A9-7BF8-7BED7A524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5754D-6732-2B95-FFEA-AD1D4253C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DA478-64D8-B49B-EEFD-CF900334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EA32B-61A3-EBC8-BD23-A800A083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22374-E12D-05EE-1BD3-ACBA7D6F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2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BCAB-EFF0-18FC-9640-CEFDFF88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1697D-445D-1880-EEC8-4841402F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A6416-FD74-6A46-658F-CBFC542D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D6AE1-EF4D-8540-539B-6A0D99B0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2EE99-DE83-BC26-C1D1-31AA04C6A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33EC0-C86D-9450-187E-CEC1E2CB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8D2DC-6585-3A5D-B5F6-0F4B0DC0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2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B38D-FD6A-1D28-0B42-611D3A21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94F47-409C-7CE2-F3D3-DEAC027D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C325-2C92-132E-F460-0B5F9668D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9E6FD-5C86-AB3D-AC50-E0B91014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59185-DAF0-FB42-8050-9F14B191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A61CB-F787-C820-FC82-1957EB72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3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7D53-8DAB-3219-A87F-1E44131E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757DD-8791-ACB1-E61D-5ECC44051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E0C30-44A3-1267-2929-A69152535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AB66C-5C8E-B8A6-A937-753898F4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0C0C1-17F1-BC69-D71E-40A2DB66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C8255-3FD1-3E69-7037-E74E6C3E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3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1AF2-0F77-5737-9332-1BF14994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60E8-CBBB-FC01-DE75-982D0BEB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8ECF8-2BE6-188E-959E-BB1E3AB2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E5A54-4EA4-55F8-05E4-8E7D9AA1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ACFAF-6712-11BF-E478-102FBF34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8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25EBD-6285-6D04-547E-C38FF1DDE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32C22-F820-9FA7-F377-1FFB569C1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9DBE1-2BE5-73F2-2527-B14F2152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A31D8-493A-FEA2-72B7-531C29FF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BF6DB-FEF9-C903-C4DF-152CC9E8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9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B7FC7-1A2F-C13F-B63C-37315694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C10FE-1F30-92E2-7F19-AA64478BE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9DB7-D2BE-BD8E-67BE-4BDC898BB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98305-A7FF-446B-A338-8781BC9AA39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792B9-C31F-6E47-5435-8FE047D3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E69C6-9D07-DA60-0017-0986059C5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98E03-F41C-4C18-9218-F1B8D7A49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6587048-1995-E183-3F75-9345049FC21E}"/>
              </a:ext>
            </a:extLst>
          </p:cNvPr>
          <p:cNvGrpSpPr/>
          <p:nvPr/>
        </p:nvGrpSpPr>
        <p:grpSpPr>
          <a:xfrm>
            <a:off x="7283044" y="457200"/>
            <a:ext cx="3395114" cy="5491262"/>
            <a:chOff x="7273036" y="395626"/>
            <a:chExt cx="3395114" cy="549126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37B93F-4049-483B-8A85-DCEDB1CF9E13}"/>
                </a:ext>
              </a:extLst>
            </p:cNvPr>
            <p:cNvSpPr/>
            <p:nvPr/>
          </p:nvSpPr>
          <p:spPr>
            <a:xfrm>
              <a:off x="7273036" y="1009214"/>
              <a:ext cx="3088508" cy="42141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5A713EA-BC8C-A690-EBE7-86C143E0D5C1}"/>
                </a:ext>
              </a:extLst>
            </p:cNvPr>
            <p:cNvGrpSpPr/>
            <p:nvPr/>
          </p:nvGrpSpPr>
          <p:grpSpPr>
            <a:xfrm>
              <a:off x="7922754" y="1131639"/>
              <a:ext cx="1514475" cy="475316"/>
              <a:chOff x="4993639" y="1449927"/>
              <a:chExt cx="1514475" cy="475316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108869EA-D580-3670-1064-8DCD4A8674B0}"/>
                  </a:ext>
                </a:extLst>
              </p:cNvPr>
              <p:cNvSpPr/>
              <p:nvPr/>
            </p:nvSpPr>
            <p:spPr>
              <a:xfrm>
                <a:off x="4993639" y="1449927"/>
                <a:ext cx="1463036" cy="47531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" name="Text Box 1">
                <a:extLst>
                  <a:ext uri="{FF2B5EF4-FFF2-40B4-BE49-F238E27FC236}">
                    <a16:creationId xmlns:a16="http://schemas.microsoft.com/office/drawing/2014/main" id="{0B1A9B4D-564D-7E18-9DDF-4E9684E0D6CA}"/>
                  </a:ext>
                </a:extLst>
              </p:cNvPr>
              <p:cNvSpPr txBox="1"/>
              <p:nvPr/>
            </p:nvSpPr>
            <p:spPr>
              <a:xfrm>
                <a:off x="5005069" y="1458913"/>
                <a:ext cx="1503045" cy="391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b="1" kern="1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Controller</a:t>
                </a:r>
                <a:endParaRPr lang="en-US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 b="1" kern="1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BC59F-6B7A-AB4E-FB79-4669A34C52BE}"/>
                </a:ext>
              </a:extLst>
            </p:cNvPr>
            <p:cNvGrpSpPr/>
            <p:nvPr/>
          </p:nvGrpSpPr>
          <p:grpSpPr>
            <a:xfrm>
              <a:off x="7814339" y="2238474"/>
              <a:ext cx="1679262" cy="541620"/>
              <a:chOff x="4941248" y="2246947"/>
              <a:chExt cx="1679262" cy="541620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C52E8FC7-A406-AE94-698F-F277C1E32BFD}"/>
                  </a:ext>
                </a:extLst>
              </p:cNvPr>
              <p:cNvSpPr/>
              <p:nvPr/>
            </p:nvSpPr>
            <p:spPr>
              <a:xfrm>
                <a:off x="4941248" y="2246947"/>
                <a:ext cx="1679262" cy="54162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2" name="Text Box 1">
                <a:extLst>
                  <a:ext uri="{FF2B5EF4-FFF2-40B4-BE49-F238E27FC236}">
                    <a16:creationId xmlns:a16="http://schemas.microsoft.com/office/drawing/2014/main" id="{BB3BAAAB-3682-0B8B-A385-62A6C24F6B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296" y="2331593"/>
                <a:ext cx="1544638" cy="414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Motor Driver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2D979C4-D037-1D35-ED78-B2546501A05C}"/>
                </a:ext>
              </a:extLst>
            </p:cNvPr>
            <p:cNvGrpSpPr/>
            <p:nvPr/>
          </p:nvGrpSpPr>
          <p:grpSpPr>
            <a:xfrm>
              <a:off x="7892049" y="3400838"/>
              <a:ext cx="1523841" cy="424004"/>
              <a:chOff x="4990940" y="3059430"/>
              <a:chExt cx="1523841" cy="424004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A9B3BEC-EC9E-C010-BA74-DF4F8A0DC987}"/>
                  </a:ext>
                </a:extLst>
              </p:cNvPr>
              <p:cNvSpPr/>
              <p:nvPr/>
            </p:nvSpPr>
            <p:spPr>
              <a:xfrm>
                <a:off x="4990940" y="3059430"/>
                <a:ext cx="1523841" cy="41416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0" name="Text Box 15">
                <a:extLst>
                  <a:ext uri="{FF2B5EF4-FFF2-40B4-BE49-F238E27FC236}">
                    <a16:creationId xmlns:a16="http://schemas.microsoft.com/office/drawing/2014/main" id="{E845359C-ABA1-DBE0-AAF7-99ADBE3472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891" y="3069272"/>
                <a:ext cx="1213168" cy="414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DC Motor</a:t>
                </a:r>
                <a:endParaRPr kumimoji="0" lang="en-US" alt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19C25A5-1B75-7D6C-FCB4-C33CE369F4FB}"/>
                </a:ext>
              </a:extLst>
            </p:cNvPr>
            <p:cNvGrpSpPr/>
            <p:nvPr/>
          </p:nvGrpSpPr>
          <p:grpSpPr>
            <a:xfrm>
              <a:off x="7928365" y="4452918"/>
              <a:ext cx="1468437" cy="750611"/>
              <a:chOff x="5052274" y="3794760"/>
              <a:chExt cx="1468437" cy="750611"/>
            </a:xfrm>
          </p:grpSpPr>
          <p:sp>
            <p:nvSpPr>
              <p:cNvPr id="28" name="Text Box 14">
                <a:extLst>
                  <a:ext uri="{FF2B5EF4-FFF2-40B4-BE49-F238E27FC236}">
                    <a16:creationId xmlns:a16="http://schemas.microsoft.com/office/drawing/2014/main" id="{A92660A8-4065-116B-028C-EE774FCB87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2274" y="3797659"/>
                <a:ext cx="1468437" cy="7477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Worm Gear &amp; Gear Box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F3AFB1F0-D106-9F13-4E16-9E89E507DCB2}"/>
                  </a:ext>
                </a:extLst>
              </p:cNvPr>
              <p:cNvSpPr/>
              <p:nvPr/>
            </p:nvSpPr>
            <p:spPr>
              <a:xfrm>
                <a:off x="5104765" y="3794760"/>
                <a:ext cx="1350645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08DE1E7-BD63-46B2-B159-B2DCAFDE230C}"/>
                </a:ext>
              </a:extLst>
            </p:cNvPr>
            <p:cNvGrpSpPr/>
            <p:nvPr/>
          </p:nvGrpSpPr>
          <p:grpSpPr>
            <a:xfrm>
              <a:off x="8508919" y="3757164"/>
              <a:ext cx="2053110" cy="702151"/>
              <a:chOff x="5612135" y="3250089"/>
              <a:chExt cx="2053110" cy="702151"/>
            </a:xfrm>
          </p:grpSpPr>
          <p:sp>
            <p:nvSpPr>
              <p:cNvPr id="25" name="Text Box 13">
                <a:extLst>
                  <a:ext uri="{FF2B5EF4-FFF2-40B4-BE49-F238E27FC236}">
                    <a16:creationId xmlns:a16="http://schemas.microsoft.com/office/drawing/2014/main" id="{327EEFD6-09C4-40E3-63BA-79321F477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2135" y="3250089"/>
                <a:ext cx="2053110" cy="539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Rotational Motion &amp; Force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129B3FE-A973-CAF1-1FFA-8B7F9B009454}"/>
                  </a:ext>
                </a:extLst>
              </p:cNvPr>
              <p:cNvCxnSpPr/>
              <p:nvPr/>
            </p:nvCxnSpPr>
            <p:spPr>
              <a:xfrm>
                <a:off x="5762625" y="3312160"/>
                <a:ext cx="6350" cy="640080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253B96-6648-2F3A-EB45-53BD48D8FC18}"/>
                </a:ext>
              </a:extLst>
            </p:cNvPr>
            <p:cNvGrpSpPr/>
            <p:nvPr/>
          </p:nvGrpSpPr>
          <p:grpSpPr>
            <a:xfrm>
              <a:off x="8664483" y="2775175"/>
              <a:ext cx="1079058" cy="640080"/>
              <a:chOff x="5762625" y="2602865"/>
              <a:chExt cx="1079058" cy="640080"/>
            </a:xfrm>
          </p:grpSpPr>
          <p:sp>
            <p:nvSpPr>
              <p:cNvPr id="23" name="Text Box 11">
                <a:extLst>
                  <a:ext uri="{FF2B5EF4-FFF2-40B4-BE49-F238E27FC236}">
                    <a16:creationId xmlns:a16="http://schemas.microsoft.com/office/drawing/2014/main" id="{5FA70504-C41B-6E04-0CDC-4339630EBC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3848" y="2705782"/>
                <a:ext cx="1057835" cy="360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PWM Signal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65A3DCB-5FF8-5F34-B680-DF1D5EBFC280}"/>
                  </a:ext>
                </a:extLst>
              </p:cNvPr>
              <p:cNvCxnSpPr/>
              <p:nvPr/>
            </p:nvCxnSpPr>
            <p:spPr>
              <a:xfrm>
                <a:off x="5762625" y="2602865"/>
                <a:ext cx="0" cy="640080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535F56-0018-CA21-C297-72FF96582503}"/>
                </a:ext>
              </a:extLst>
            </p:cNvPr>
            <p:cNvGrpSpPr/>
            <p:nvPr/>
          </p:nvGrpSpPr>
          <p:grpSpPr>
            <a:xfrm>
              <a:off x="8427784" y="1598866"/>
              <a:ext cx="1784667" cy="659905"/>
              <a:chOff x="5549325" y="1795005"/>
              <a:chExt cx="1784667" cy="659905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7207E2C6-5ADC-53C9-5AE1-E29FF517266A}"/>
                  </a:ext>
                </a:extLst>
              </p:cNvPr>
              <p:cNvCxnSpPr/>
              <p:nvPr/>
            </p:nvCxnSpPr>
            <p:spPr>
              <a:xfrm>
                <a:off x="5763260" y="1814830"/>
                <a:ext cx="0" cy="640080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8A7363B6-E8DD-9953-9B86-1800A6320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9325" y="1795005"/>
                <a:ext cx="1784667" cy="585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Motor Rotation Command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EBC1406-FDC3-E0DC-5220-3A61CC3C1F48}"/>
                </a:ext>
              </a:extLst>
            </p:cNvPr>
            <p:cNvGrpSpPr/>
            <p:nvPr/>
          </p:nvGrpSpPr>
          <p:grpSpPr>
            <a:xfrm>
              <a:off x="8602322" y="395626"/>
              <a:ext cx="522900" cy="731520"/>
              <a:chOff x="5726174" y="717771"/>
              <a:chExt cx="522900" cy="731520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C629178-23DB-8698-4D15-FDF04040B7A1}"/>
                  </a:ext>
                </a:extLst>
              </p:cNvPr>
              <p:cNvCxnSpPr/>
              <p:nvPr/>
            </p:nvCxnSpPr>
            <p:spPr>
              <a:xfrm>
                <a:off x="5749925" y="717771"/>
                <a:ext cx="13335" cy="731520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 Box 4">
                <a:extLst>
                  <a:ext uri="{FF2B5EF4-FFF2-40B4-BE49-F238E27FC236}">
                    <a16:creationId xmlns:a16="http://schemas.microsoft.com/office/drawing/2014/main" id="{68E39157-F7EC-54EC-2C47-3C41AADD79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6174" y="837181"/>
                <a:ext cx="5229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kumimoji="0" lang="en-US" altLang="en-US" sz="1600" b="0" i="0" u="none" strike="noStrike" cap="none" normalizeH="0" baseline="30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01E23CA-4840-6935-0B38-9CC27020E23C}"/>
                </a:ext>
              </a:extLst>
            </p:cNvPr>
            <p:cNvGrpSpPr/>
            <p:nvPr/>
          </p:nvGrpSpPr>
          <p:grpSpPr>
            <a:xfrm>
              <a:off x="7629270" y="5155368"/>
              <a:ext cx="3038880" cy="731520"/>
              <a:chOff x="4752113" y="4478020"/>
              <a:chExt cx="3038880" cy="73152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12A3B97-4D66-D44C-5C9E-9829D866064E}"/>
                  </a:ext>
                </a:extLst>
              </p:cNvPr>
              <p:cNvCxnSpPr/>
              <p:nvPr/>
            </p:nvCxnSpPr>
            <p:spPr>
              <a:xfrm>
                <a:off x="5420995" y="4478020"/>
                <a:ext cx="0" cy="731520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 Box 3">
                <a:extLst>
                  <a:ext uri="{FF2B5EF4-FFF2-40B4-BE49-F238E27FC236}">
                    <a16:creationId xmlns:a16="http://schemas.microsoft.com/office/drawing/2014/main" id="{4D4F2BD6-EF6E-4900-DC40-720BC3E121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113" y="4678958"/>
                <a:ext cx="62709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(m)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Text Box 2">
                <a:extLst>
                  <a:ext uri="{FF2B5EF4-FFF2-40B4-BE49-F238E27FC236}">
                    <a16:creationId xmlns:a16="http://schemas.microsoft.com/office/drawing/2014/main" id="{01DC431A-0FC7-1AF7-3DCD-AC607C99A2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3759" y="4718209"/>
                <a:ext cx="183723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 (N), I (A), 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(m)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E742D20-0606-2964-C4F5-F3822416F6E7}"/>
                  </a:ext>
                </a:extLst>
              </p:cNvPr>
              <p:cNvCxnSpPr/>
              <p:nvPr/>
            </p:nvCxnSpPr>
            <p:spPr>
              <a:xfrm>
                <a:off x="6164580" y="4569460"/>
                <a:ext cx="0" cy="640080"/>
              </a:xfrm>
              <a:prstGeom prst="straightConnector1">
                <a:avLst/>
              </a:prstGeom>
              <a:ln w="19050">
                <a:prstDash val="dashDot"/>
                <a:tailEnd type="triangle" w="lg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Rectangle 24">
            <a:extLst>
              <a:ext uri="{FF2B5EF4-FFF2-40B4-BE49-F238E27FC236}">
                <a16:creationId xmlns:a16="http://schemas.microsoft.com/office/drawing/2014/main" id="{101329D2-5029-B7A5-4892-0C6AA3296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DB707D-77A1-4E9C-1DDC-13C260ED948E}"/>
              </a:ext>
            </a:extLst>
          </p:cNvPr>
          <p:cNvGrpSpPr/>
          <p:nvPr/>
        </p:nvGrpSpPr>
        <p:grpSpPr>
          <a:xfrm>
            <a:off x="265892" y="677177"/>
            <a:ext cx="5372176" cy="5029718"/>
            <a:chOff x="1940484" y="1621907"/>
            <a:chExt cx="5372176" cy="5029718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DBD2B6A-4715-EC31-AE02-6A7C2FF86144}"/>
                </a:ext>
              </a:extLst>
            </p:cNvPr>
            <p:cNvSpPr/>
            <p:nvPr/>
          </p:nvSpPr>
          <p:spPr>
            <a:xfrm>
              <a:off x="3253740" y="2186940"/>
              <a:ext cx="4058920" cy="347674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EF48352-31C1-7A72-A7C3-B34EC901383C}"/>
                </a:ext>
              </a:extLst>
            </p:cNvPr>
            <p:cNvSpPr/>
            <p:nvPr/>
          </p:nvSpPr>
          <p:spPr>
            <a:xfrm>
              <a:off x="3495040" y="2875280"/>
              <a:ext cx="3754120" cy="10972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A342484-D735-3212-048D-EDEB71666F95}"/>
                </a:ext>
              </a:extLst>
            </p:cNvPr>
            <p:cNvSpPr/>
            <p:nvPr/>
          </p:nvSpPr>
          <p:spPr>
            <a:xfrm>
              <a:off x="3583940" y="3215640"/>
              <a:ext cx="1076325" cy="5816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Text Box 1">
              <a:extLst>
                <a:ext uri="{FF2B5EF4-FFF2-40B4-BE49-F238E27FC236}">
                  <a16:creationId xmlns:a16="http://schemas.microsoft.com/office/drawing/2014/main" id="{E6779EE0-D204-575B-20FA-6816AB23E68E}"/>
                </a:ext>
              </a:extLst>
            </p:cNvPr>
            <p:cNvSpPr txBox="1"/>
            <p:nvPr/>
          </p:nvSpPr>
          <p:spPr>
            <a:xfrm>
              <a:off x="3497032" y="3165773"/>
              <a:ext cx="1230317" cy="470535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kern="1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Leadscrew 1</a:t>
              </a:r>
              <a:endPara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FC2D03-8332-771F-16BD-189F2E72A0FD}"/>
                </a:ext>
              </a:extLst>
            </p:cNvPr>
            <p:cNvSpPr/>
            <p:nvPr/>
          </p:nvSpPr>
          <p:spPr>
            <a:xfrm>
              <a:off x="4846320" y="3215640"/>
              <a:ext cx="1060450" cy="5905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" name="Text Box 1">
              <a:extLst>
                <a:ext uri="{FF2B5EF4-FFF2-40B4-BE49-F238E27FC236}">
                  <a16:creationId xmlns:a16="http://schemas.microsoft.com/office/drawing/2014/main" id="{02292D25-84DE-23AD-CC6C-0FC7D5F6D8DB}"/>
                </a:ext>
              </a:extLst>
            </p:cNvPr>
            <p:cNvSpPr txBox="1"/>
            <p:nvPr/>
          </p:nvSpPr>
          <p:spPr>
            <a:xfrm>
              <a:off x="4729709" y="3160058"/>
              <a:ext cx="1279525" cy="47064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kern="1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Leadscrew 2</a:t>
              </a:r>
              <a:endPara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775FEDE-06EE-AB1E-D53A-962A818BDC49}"/>
                </a:ext>
              </a:extLst>
            </p:cNvPr>
            <p:cNvSpPr/>
            <p:nvPr/>
          </p:nvSpPr>
          <p:spPr>
            <a:xfrm>
              <a:off x="3952165" y="6244590"/>
              <a:ext cx="2865268" cy="4070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44" name="Text Box 1">
              <a:extLst>
                <a:ext uri="{FF2B5EF4-FFF2-40B4-BE49-F238E27FC236}">
                  <a16:creationId xmlns:a16="http://schemas.microsoft.com/office/drawing/2014/main" id="{76DD34DA-8523-C8E9-6E36-A86E38F8B754}"/>
                </a:ext>
              </a:extLst>
            </p:cNvPr>
            <p:cNvSpPr txBox="1"/>
            <p:nvPr/>
          </p:nvSpPr>
          <p:spPr>
            <a:xfrm>
              <a:off x="4349101" y="6257809"/>
              <a:ext cx="2071401" cy="37555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kern="100" dirty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Aileron</a:t>
              </a:r>
              <a:r>
                <a:rPr lang="en-US" b="1" kern="1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Information</a:t>
              </a:r>
              <a:endPara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B542E51-ACB7-95C1-60B2-9EE9B85BF4B0}"/>
                </a:ext>
              </a:extLst>
            </p:cNvPr>
            <p:cNvSpPr/>
            <p:nvPr/>
          </p:nvSpPr>
          <p:spPr>
            <a:xfrm>
              <a:off x="4196715" y="2301875"/>
              <a:ext cx="355600" cy="396240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DE8A84-4338-820A-A072-BE3851712518}"/>
                </a:ext>
              </a:extLst>
            </p:cNvPr>
            <p:cNvCxnSpPr/>
            <p:nvPr/>
          </p:nvCxnSpPr>
          <p:spPr>
            <a:xfrm>
              <a:off x="4241165" y="2360295"/>
              <a:ext cx="255905" cy="2667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3728AEB-4686-D9D2-2E29-0B98B6F80464}"/>
                </a:ext>
              </a:extLst>
            </p:cNvPr>
            <p:cNvCxnSpPr/>
            <p:nvPr/>
          </p:nvCxnSpPr>
          <p:spPr>
            <a:xfrm flipV="1">
              <a:off x="4241165" y="2361565"/>
              <a:ext cx="255905" cy="2667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DE573412-6053-13DA-CA0B-35D528811240}"/>
                </a:ext>
              </a:extLst>
            </p:cNvPr>
            <p:cNvCxnSpPr/>
            <p:nvPr/>
          </p:nvCxnSpPr>
          <p:spPr>
            <a:xfrm>
              <a:off x="4552950" y="2514600"/>
              <a:ext cx="835660" cy="335280"/>
            </a:xfrm>
            <a:prstGeom prst="bentConnector3">
              <a:avLst>
                <a:gd name="adj1" fmla="val 99762"/>
              </a:avLst>
            </a:prstGeom>
            <a:ln w="19050"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3F5924FB-72E0-34B4-A681-891CDF51A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2102" y="2269173"/>
              <a:ext cx="2667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A0FCB893-0615-FC19-FB9A-BEA90355C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 flipV="1">
              <a:off x="4362729" y="2662396"/>
              <a:ext cx="123190" cy="160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Text Box 1">
              <a:extLst>
                <a:ext uri="{FF2B5EF4-FFF2-40B4-BE49-F238E27FC236}">
                  <a16:creationId xmlns:a16="http://schemas.microsoft.com/office/drawing/2014/main" id="{C333A92B-FC50-BAAF-1C40-0A8733CE9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0932" y="2179002"/>
              <a:ext cx="584041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</a:t>
              </a:r>
              <a:r>
                <a:rPr kumimoji="0" lang="en-US" altLang="en-US" sz="1600" b="0" i="0" u="none" strike="noStrike" cap="none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2CD5C1F-C211-C373-B569-276F32DD9E41}"/>
                </a:ext>
              </a:extLst>
            </p:cNvPr>
            <p:cNvSpPr/>
            <p:nvPr/>
          </p:nvSpPr>
          <p:spPr>
            <a:xfrm>
              <a:off x="6070600" y="3215640"/>
              <a:ext cx="1071880" cy="5937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" name="Text Box 1">
              <a:extLst>
                <a:ext uri="{FF2B5EF4-FFF2-40B4-BE49-F238E27FC236}">
                  <a16:creationId xmlns:a16="http://schemas.microsoft.com/office/drawing/2014/main" id="{BB30A87A-A023-56CE-1D1D-09F787780C0C}"/>
                </a:ext>
              </a:extLst>
            </p:cNvPr>
            <p:cNvSpPr txBox="1"/>
            <p:nvPr/>
          </p:nvSpPr>
          <p:spPr>
            <a:xfrm>
              <a:off x="5986765" y="3147518"/>
              <a:ext cx="1245869" cy="74185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kern="1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Leadscrew 3</a:t>
              </a:r>
              <a:endPara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54">
              <a:extLst>
                <a:ext uri="{FF2B5EF4-FFF2-40B4-BE49-F238E27FC236}">
                  <a16:creationId xmlns:a16="http://schemas.microsoft.com/office/drawing/2014/main" id="{C8987B86-4C0C-5CE1-2ADB-5D5E80856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164" y="2803763"/>
              <a:ext cx="28652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Aileron Electrical Subsystem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FC8685BE-A8E0-DC58-4C59-D76B5DA74324}"/>
                </a:ext>
              </a:extLst>
            </p:cNvPr>
            <p:cNvSpPr/>
            <p:nvPr/>
          </p:nvSpPr>
          <p:spPr>
            <a:xfrm>
              <a:off x="3952164" y="4622800"/>
              <a:ext cx="2905833" cy="4000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Text Box 1">
              <a:extLst>
                <a:ext uri="{FF2B5EF4-FFF2-40B4-BE49-F238E27FC236}">
                  <a16:creationId xmlns:a16="http://schemas.microsoft.com/office/drawing/2014/main" id="{E0E9FE9A-78E4-5E54-9EF2-3D84E70AB45D}"/>
                </a:ext>
              </a:extLst>
            </p:cNvPr>
            <p:cNvSpPr txBox="1"/>
            <p:nvPr/>
          </p:nvSpPr>
          <p:spPr>
            <a:xfrm>
              <a:off x="3765509" y="4613567"/>
              <a:ext cx="3279141" cy="417195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kern="1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Aileron Mechanical Subsystem</a:t>
              </a:r>
              <a:endPara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77">
              <a:extLst>
                <a:ext uri="{FF2B5EF4-FFF2-40B4-BE49-F238E27FC236}">
                  <a16:creationId xmlns:a16="http://schemas.microsoft.com/office/drawing/2014/main" id="{3C9FF826-2311-33D5-CC55-13F838007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265" y="4054285"/>
              <a:ext cx="7988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(m)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4B9E86B-37B5-64AF-EA58-24476788300E}"/>
                </a:ext>
              </a:extLst>
            </p:cNvPr>
            <p:cNvSpPr/>
            <p:nvPr/>
          </p:nvSpPr>
          <p:spPr>
            <a:xfrm>
              <a:off x="5172710" y="5140325"/>
              <a:ext cx="43434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CC88B6B4-4BE2-5482-F984-09291BABBA4E}"/>
                </a:ext>
              </a:extLst>
            </p:cNvPr>
            <p:cNvCxnSpPr/>
            <p:nvPr/>
          </p:nvCxnSpPr>
          <p:spPr>
            <a:xfrm>
              <a:off x="3390900" y="5204460"/>
              <a:ext cx="1783080" cy="152400"/>
            </a:xfrm>
            <a:prstGeom prst="bentConnector3">
              <a:avLst>
                <a:gd name="adj1" fmla="val 543"/>
              </a:avLst>
            </a:prstGeom>
            <a:ln w="19050"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7DB1E7EE-7DEA-E234-76D1-257976B5B22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608320" y="3972560"/>
              <a:ext cx="1429386" cy="1384300"/>
            </a:xfrm>
            <a:prstGeom prst="bentConnector3">
              <a:avLst>
                <a:gd name="adj1" fmla="val 600"/>
              </a:avLst>
            </a:prstGeom>
            <a:ln w="19050">
              <a:prstDash val="dashDot"/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 Box 76">
              <a:extLst>
                <a:ext uri="{FF2B5EF4-FFF2-40B4-BE49-F238E27FC236}">
                  <a16:creationId xmlns:a16="http://schemas.microsoft.com/office/drawing/2014/main" id="{533F0F2E-D37E-A552-0D44-4547C7194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440" y="4069674"/>
              <a:ext cx="17770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 (N), I (A),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(m)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Text Box 79">
              <a:extLst>
                <a:ext uri="{FF2B5EF4-FFF2-40B4-BE49-F238E27FC236}">
                  <a16:creationId xmlns:a16="http://schemas.microsoft.com/office/drawing/2014/main" id="{98D81DE3-3C23-9F56-ED51-B39801CB4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086" y="4464685"/>
              <a:ext cx="9326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Ail</a:t>
              </a:r>
              <a:r>
                <a:rPr kumimoji="0" lang="en-US" altLang="en-US" sz="1600" b="0" i="0" u="none" strike="noStrike" cap="none" normalizeH="0" baseline="-3000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meas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kumimoji="0" lang="en-US" altLang="en-US" sz="1600" b="0" i="0" u="none" strike="noStrike" cap="none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C54B078-77C9-0F85-B3C3-331CFD9BFE7E}"/>
                </a:ext>
              </a:extLst>
            </p:cNvPr>
            <p:cNvCxnSpPr/>
            <p:nvPr/>
          </p:nvCxnSpPr>
          <p:spPr>
            <a:xfrm flipH="1">
              <a:off x="1940484" y="4827418"/>
              <a:ext cx="2011680" cy="0"/>
            </a:xfrm>
            <a:prstGeom prst="straightConnector1">
              <a:avLst/>
            </a:prstGeom>
            <a:ln w="19050"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7D4D02F-5FDD-65F2-0543-4A7E17BB86A0}"/>
                </a:ext>
              </a:extLst>
            </p:cNvPr>
            <p:cNvCxnSpPr/>
            <p:nvPr/>
          </p:nvCxnSpPr>
          <p:spPr>
            <a:xfrm>
              <a:off x="5378450" y="5603240"/>
              <a:ext cx="0" cy="640080"/>
            </a:xfrm>
            <a:prstGeom prst="straightConnector1">
              <a:avLst/>
            </a:prstGeom>
            <a:ln w="19050">
              <a:prstDash val="dashDot"/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 Box 82">
              <a:extLst>
                <a:ext uri="{FF2B5EF4-FFF2-40B4-BE49-F238E27FC236}">
                  <a16:creationId xmlns:a16="http://schemas.microsoft.com/office/drawing/2014/main" id="{455B58AD-7AE3-B88C-B850-50656CD6D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7671" y="1621907"/>
              <a:ext cx="9383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Ail</a:t>
              </a:r>
              <a:r>
                <a:rPr kumimoji="0" lang="en-US" altLang="en-US" sz="1600" b="0" i="0" u="none" strike="noStrike" cap="none" normalizeH="0" baseline="-2500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cmd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</a:t>
              </a:r>
              <a:r>
                <a:rPr kumimoji="0" lang="en-US" altLang="en-US" sz="1600" b="0" i="0" u="none" strike="noStrike" cap="none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BA458D4F-D2B9-FB12-B706-5BABD7208F6C}"/>
                </a:ext>
              </a:extLst>
            </p:cNvPr>
            <p:cNvCxnSpPr/>
            <p:nvPr/>
          </p:nvCxnSpPr>
          <p:spPr>
            <a:xfrm>
              <a:off x="2016125" y="1928495"/>
              <a:ext cx="2357120" cy="374650"/>
            </a:xfrm>
            <a:prstGeom prst="bentConnector3">
              <a:avLst>
                <a:gd name="adj1" fmla="val 100000"/>
              </a:avLst>
            </a:prstGeom>
            <a:ln w="19050"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A60824AF-507C-1240-9ED7-62533C776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2330" y="2499995"/>
              <a:ext cx="798830" cy="2706370"/>
            </a:xfrm>
            <a:prstGeom prst="bentConnector3">
              <a:avLst>
                <a:gd name="adj1" fmla="val -359"/>
              </a:avLst>
            </a:prstGeom>
            <a:ln w="19050"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C3EA2B4-99E0-4468-23F5-46FF56A6D36E}"/>
                </a:ext>
              </a:extLst>
            </p:cNvPr>
            <p:cNvCxnSpPr/>
            <p:nvPr/>
          </p:nvCxnSpPr>
          <p:spPr>
            <a:xfrm>
              <a:off x="5384800" y="3975735"/>
              <a:ext cx="0" cy="646430"/>
            </a:xfrm>
            <a:prstGeom prst="straightConnector1">
              <a:avLst/>
            </a:prstGeom>
            <a:ln w="19050"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D67ED5A-7A0B-AC94-DFEC-A28964CD2040}"/>
              </a:ext>
            </a:extLst>
          </p:cNvPr>
          <p:cNvCxnSpPr>
            <a:cxnSpLocks/>
          </p:cNvCxnSpPr>
          <p:nvPr/>
        </p:nvCxnSpPr>
        <p:spPr>
          <a:xfrm flipV="1">
            <a:off x="5467888" y="1077227"/>
            <a:ext cx="1815156" cy="11936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1D539EF-5FF1-2AB6-10B3-4F9843AA13AC}"/>
              </a:ext>
            </a:extLst>
          </p:cNvPr>
          <p:cNvCxnSpPr/>
          <p:nvPr/>
        </p:nvCxnSpPr>
        <p:spPr>
          <a:xfrm>
            <a:off x="5467888" y="2861460"/>
            <a:ext cx="1815156" cy="24234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6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85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Azmol Ahmed Fuad</dc:creator>
  <cp:lastModifiedBy>Azmol Ahmed Fuad</cp:lastModifiedBy>
  <cp:revision>2</cp:revision>
  <dcterms:created xsi:type="dcterms:W3CDTF">2024-03-18T18:48:55Z</dcterms:created>
  <dcterms:modified xsi:type="dcterms:W3CDTF">2024-03-21T21:01:49Z</dcterms:modified>
</cp:coreProperties>
</file>